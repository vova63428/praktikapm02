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968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215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285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7961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6752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669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292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182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373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328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3715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4927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3551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4134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5816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7C851-2AEB-4CDE-B2E8-C87CF92D27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4046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7C851-2AEB-4CDE-B2E8-C87CF92D27C1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5F88DFF-D9F3-430D-A8FA-4604C02D4E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287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ECE52F-12C4-00D9-AA5D-FF8FFAF3B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0936" y="186431"/>
            <a:ext cx="9144000" cy="3744081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Отчёт по практике: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br>
              <a:rPr lang="ru-RU" b="1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ПМ.02. Осуществление интеграции программных модулей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B7AD44F-A9A9-581A-387E-6A2E616957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ru-RU" dirty="0">
                <a:solidFill>
                  <a:schemeClr val="tx1"/>
                </a:solidFill>
              </a:rPr>
              <a:t>Выполнил: </a:t>
            </a:r>
            <a:r>
              <a:rPr lang="ru-RU" dirty="0" err="1">
                <a:solidFill>
                  <a:schemeClr val="tx1"/>
                </a:solidFill>
              </a:rPr>
              <a:t>Кибардин</a:t>
            </a:r>
            <a:r>
              <a:rPr lang="ru-RU" dirty="0">
                <a:solidFill>
                  <a:schemeClr val="tx1"/>
                </a:solidFill>
              </a:rPr>
              <a:t> Владимир Михайлович</a:t>
            </a:r>
          </a:p>
          <a:p>
            <a:pPr algn="l"/>
            <a:r>
              <a:rPr lang="ru-RU" dirty="0">
                <a:solidFill>
                  <a:schemeClr val="tx1"/>
                </a:solidFill>
              </a:rPr>
              <a:t>Студент группы: 23п-1</a:t>
            </a:r>
          </a:p>
          <a:p>
            <a:pPr algn="l"/>
            <a:r>
              <a:rPr lang="ru-RU" dirty="0">
                <a:solidFill>
                  <a:schemeClr val="tx1"/>
                </a:solidFill>
              </a:rPr>
              <a:t>Наставник :Седов Алексей Сергеевич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1578834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113</TotalTime>
  <Words>28</Words>
  <Application>Microsoft Office PowerPoint</Application>
  <PresentationFormat>Широкоэкранный</PresentationFormat>
  <Paragraphs>4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Аспект</vt:lpstr>
      <vt:lpstr>Отчёт по практике:  ПМ.02. Осуществление интеграции программных модулей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Kab19-06</dc:creator>
  <cp:lastModifiedBy>Kab19-06</cp:lastModifiedBy>
  <cp:revision>1</cp:revision>
  <dcterms:created xsi:type="dcterms:W3CDTF">2026-05-18T14:18:01Z</dcterms:created>
  <dcterms:modified xsi:type="dcterms:W3CDTF">2026-05-18T16:11:23Z</dcterms:modified>
</cp:coreProperties>
</file>