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68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21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28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961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752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66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292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182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37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32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3715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927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3551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134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581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046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7C851-2AEB-4CDE-B2E8-C87CF92D27C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28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ECE52F-12C4-00D9-AA5D-FF8FFAF3B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0936" y="186431"/>
            <a:ext cx="9144000" cy="374408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Отчёт по практике: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br>
              <a:rPr lang="ru-RU" b="1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ПМ.02. Осуществление интеграции программных модулей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B7AD44F-A9A9-581A-387E-6A2E61695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897" y="3930512"/>
            <a:ext cx="7766936" cy="1096899"/>
          </a:xfrm>
        </p:spPr>
        <p:txBody>
          <a:bodyPr>
            <a:noAutofit/>
          </a:bodyPr>
          <a:lstStyle/>
          <a:p>
            <a:pPr algn="l"/>
            <a:r>
              <a:rPr lang="ru-RU" sz="2800" dirty="0">
                <a:solidFill>
                  <a:schemeClr val="tx1"/>
                </a:solidFill>
              </a:rPr>
              <a:t>Выполнил: </a:t>
            </a:r>
            <a:r>
              <a:rPr lang="ru-RU" sz="2800" dirty="0" err="1">
                <a:solidFill>
                  <a:schemeClr val="tx1"/>
                </a:solidFill>
              </a:rPr>
              <a:t>Кибардин</a:t>
            </a:r>
            <a:r>
              <a:rPr lang="ru-RU" sz="2800" dirty="0">
                <a:solidFill>
                  <a:schemeClr val="tx1"/>
                </a:solidFill>
              </a:rPr>
              <a:t> Владимир Михайлович</a:t>
            </a:r>
          </a:p>
          <a:p>
            <a:pPr algn="l"/>
            <a:r>
              <a:rPr lang="ru-RU" sz="2800" dirty="0">
                <a:solidFill>
                  <a:schemeClr val="tx1"/>
                </a:solidFill>
              </a:rPr>
              <a:t>Студент группы: 23п-1</a:t>
            </a:r>
          </a:p>
          <a:p>
            <a:pPr algn="l"/>
            <a:r>
              <a:rPr lang="ru-RU" sz="2800" dirty="0">
                <a:solidFill>
                  <a:schemeClr val="tx1"/>
                </a:solidFill>
              </a:rPr>
              <a:t>Наставник :Седов Алексей Сергеевич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3157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21C84-B51F-4D1C-B127-EA6CD8C8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5519B-F2F3-493F-D192-7461F21A0ED8}"/>
              </a:ext>
            </a:extLst>
          </p:cNvPr>
          <p:cNvSpPr txBox="1"/>
          <p:nvPr/>
        </p:nvSpPr>
        <p:spPr>
          <a:xfrm>
            <a:off x="677334" y="1561068"/>
            <a:ext cx="7963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Цель: разработка комплексной системы управления производством "</a:t>
            </a:r>
            <a:r>
              <a:rPr lang="ru-RU" dirty="0" err="1"/>
              <a:t>АгроСинтез</a:t>
            </a:r>
            <a:r>
              <a:rPr lang="ru-RU" dirty="0"/>
              <a:t>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04C9D6-8A05-5CCA-E957-0E962ECE8501}"/>
              </a:ext>
            </a:extLst>
          </p:cNvPr>
          <p:cNvSpPr txBox="1"/>
          <p:nvPr/>
        </p:nvSpPr>
        <p:spPr>
          <a:xfrm>
            <a:off x="677334" y="2619277"/>
            <a:ext cx="6818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Задачи:</a:t>
            </a:r>
          </a:p>
          <a:p>
            <a:pPr marL="342900" indent="-342900">
              <a:buAutoNum type="arabicParenR"/>
            </a:pPr>
            <a:r>
              <a:rPr lang="ru-RU" dirty="0"/>
              <a:t>Разработать базу данных и получать с неё данные через</a:t>
            </a:r>
            <a:r>
              <a:rPr lang="en-US" dirty="0"/>
              <a:t> API</a:t>
            </a:r>
            <a:r>
              <a:rPr lang="ru-RU" dirty="0"/>
              <a:t> </a:t>
            </a:r>
            <a:endParaRPr lang="en-US" dirty="0"/>
          </a:p>
          <a:p>
            <a:pPr marL="342900" indent="-342900">
              <a:buAutoNum type="arabicParenR"/>
            </a:pPr>
            <a:r>
              <a:rPr lang="ru-RU" dirty="0"/>
              <a:t>Разработать 3 модуля:</a:t>
            </a:r>
          </a:p>
          <a:p>
            <a:r>
              <a:rPr lang="ru-RU" dirty="0"/>
              <a:t>      - Модуль технолога</a:t>
            </a:r>
          </a:p>
          <a:p>
            <a:r>
              <a:rPr lang="ru-RU" dirty="0"/>
              <a:t>      - Модуль лаборатории</a:t>
            </a:r>
          </a:p>
          <a:p>
            <a:r>
              <a:rPr lang="ru-RU" dirty="0"/>
              <a:t>      - Модуль аппаратчика</a:t>
            </a:r>
            <a:endParaRPr lang="en-US" dirty="0"/>
          </a:p>
          <a:p>
            <a:pPr marL="342900" indent="-342900">
              <a:buAutoNum type="arabicParenR"/>
            </a:pPr>
            <a:endParaRPr lang="ru-RU" dirty="0"/>
          </a:p>
          <a:p>
            <a:r>
              <a:rPr lang="ru-RU" dirty="0"/>
              <a:t>3) Осуществить интеграцию модулей с помощью </a:t>
            </a:r>
            <a:r>
              <a:rPr lang="en-US" dirty="0"/>
              <a:t>Git hub</a:t>
            </a:r>
          </a:p>
          <a:p>
            <a:r>
              <a:rPr lang="en-US" dirty="0"/>
              <a:t>4)</a:t>
            </a:r>
            <a:r>
              <a:rPr lang="ru-RU" dirty="0"/>
              <a:t> Провести тестирование программных модулей.</a:t>
            </a:r>
          </a:p>
        </p:txBody>
      </p:sp>
    </p:spTree>
    <p:extLst>
      <p:ext uri="{BB962C8B-B14F-4D97-AF65-F5344CB8AC3E}">
        <p14:creationId xmlns:p14="http://schemas.microsoft.com/office/powerpoint/2010/main" val="267008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74D7F-E9FD-10E6-B199-B384A2D7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предметной области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46194C-5B3B-EE0B-292C-8CD9645273EC}"/>
              </a:ext>
            </a:extLst>
          </p:cNvPr>
          <p:cNvSpPr txBox="1"/>
          <p:nvPr/>
        </p:nvSpPr>
        <p:spPr>
          <a:xfrm>
            <a:off x="585926" y="1784411"/>
            <a:ext cx="82086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Предметная область – производственное предприятие, где выделяются</a:t>
            </a:r>
            <a:r>
              <a:rPr lang="en-US" dirty="0"/>
              <a:t> </a:t>
            </a:r>
            <a:r>
              <a:rPr lang="ru-RU" dirty="0"/>
              <a:t>три</a:t>
            </a:r>
            <a:r>
              <a:rPr lang="en-US" dirty="0"/>
              <a:t> </a:t>
            </a:r>
            <a:r>
              <a:rPr lang="ru-RU" dirty="0"/>
              <a:t>роли</a:t>
            </a:r>
            <a:r>
              <a:rPr lang="en-US" dirty="0"/>
              <a:t> </a:t>
            </a:r>
            <a:r>
              <a:rPr lang="ru-RU" dirty="0"/>
              <a:t>пользователей: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Технолог – разрабатывает рецептуры продукции (состав, время изготовления,</a:t>
            </a:r>
            <a:r>
              <a:rPr lang="en-US" dirty="0"/>
              <a:t> </a:t>
            </a:r>
            <a:r>
              <a:rPr lang="ru-RU" dirty="0"/>
              <a:t>параметры).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Лаборатория – проводит анализы готовых партий, вводит результаты</a:t>
            </a:r>
            <a:r>
              <a:rPr lang="en-US" dirty="0"/>
              <a:t> </a:t>
            </a:r>
            <a:r>
              <a:rPr lang="ru-RU" dirty="0"/>
              <a:t>контроля</a:t>
            </a:r>
            <a:r>
              <a:rPr lang="en-US" dirty="0"/>
              <a:t> </a:t>
            </a:r>
            <a:r>
              <a:rPr lang="ru-RU" dirty="0"/>
              <a:t>качества.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Аппаратчик – выполняет производственные задания по утверждённым</a:t>
            </a:r>
            <a:r>
              <a:rPr lang="en-US" dirty="0"/>
              <a:t> </a:t>
            </a:r>
            <a:r>
              <a:rPr lang="ru-RU" dirty="0"/>
              <a:t>рецептам.</a:t>
            </a:r>
          </a:p>
        </p:txBody>
      </p:sp>
    </p:spTree>
    <p:extLst>
      <p:ext uri="{BB962C8B-B14F-4D97-AF65-F5344CB8AC3E}">
        <p14:creationId xmlns:p14="http://schemas.microsoft.com/office/powerpoint/2010/main" val="566529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889B4C-8E49-AAEB-C6A4-4E68A57B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в системе контроля версий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99F8F1-DC77-4240-8192-6655A9C77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52844"/>
            <a:ext cx="8259192" cy="463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19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C4428-0124-E380-D003-F807DCD6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DADC8D-FECE-AB70-470F-2A16274C2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284" y="1630936"/>
            <a:ext cx="5334740" cy="461746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D874C1-7125-0C05-5C24-E0A7614ED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12" y="1786169"/>
            <a:ext cx="340995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36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0B8FAC-00B8-ECE0-D8B4-FD73B9A85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227" y="529701"/>
            <a:ext cx="8596668" cy="1320800"/>
          </a:xfrm>
        </p:spPr>
        <p:txBody>
          <a:bodyPr/>
          <a:lstStyle/>
          <a:p>
            <a:r>
              <a:rPr lang="en-US" dirty="0"/>
              <a:t>API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308CEC-DBC0-B500-7714-CCBD603A3E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243" y="3923930"/>
            <a:ext cx="6443915" cy="2934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7DF5F1-22E8-619F-F6E3-7156F6F22F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841"/>
            <a:ext cx="5758815" cy="3006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4587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054EC-9DDD-6093-8F32-326992748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технолог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841B1A-0EC1-A08D-405C-7299A9061E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11265"/>
            <a:ext cx="5562600" cy="29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D04DDE-C7EC-80E7-F0AD-61ED153D89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006886"/>
            <a:ext cx="6629400" cy="2824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990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2530F-3497-3487-FF9E-87E00CA8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лаборатории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46AF26-8F6C-052D-C3DD-93DA593D1B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6308"/>
            <a:ext cx="5962650" cy="2377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8824A0-71BC-4EA4-DDAB-4DD59220EC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924" y="4183548"/>
            <a:ext cx="6707076" cy="2550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289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8F656-2CA9-EEB5-C9A8-1D5DD4D0A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аппаратчик</a:t>
            </a:r>
            <a:br>
              <a:rPr lang="ru-RU" dirty="0"/>
            </a:b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A4DB52-202F-D75F-2D4C-BA4558A7D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5014"/>
            <a:ext cx="6471324" cy="3375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1ADBB0-FB14-F1C9-4376-697BD66173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325" y="3817395"/>
            <a:ext cx="5720676" cy="3034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4488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10745-30E7-17CA-29E9-DC3F92E59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тестовых наборов и тестовых сценариев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C93C0-041F-2E10-B5EB-FB460747EA58}"/>
              </a:ext>
            </a:extLst>
          </p:cNvPr>
          <p:cNvSpPr txBox="1"/>
          <p:nvPr/>
        </p:nvSpPr>
        <p:spPr>
          <a:xfrm>
            <a:off x="278522" y="2710640"/>
            <a:ext cx="2423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MsTest</a:t>
            </a:r>
            <a:r>
              <a:rPr lang="en-US" sz="2800" dirty="0"/>
              <a:t>:</a:t>
            </a:r>
            <a:r>
              <a:rPr lang="ru-RU" sz="2800" dirty="0"/>
              <a:t>66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B56EDC-E07A-FEC8-3F88-B5332F61D137}"/>
              </a:ext>
            </a:extLst>
          </p:cNvPr>
          <p:cNvSpPr txBox="1"/>
          <p:nvPr/>
        </p:nvSpPr>
        <p:spPr>
          <a:xfrm>
            <a:off x="807868" y="1913060"/>
            <a:ext cx="247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 меня получилось: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8322AD-61F8-16EA-2A65-C69E361351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366"/>
          <a:stretch>
            <a:fillRect/>
          </a:stretch>
        </p:blipFill>
        <p:spPr bwMode="auto">
          <a:xfrm>
            <a:off x="1256940" y="3662108"/>
            <a:ext cx="1296140" cy="207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3F4C87-C3CF-C3BF-8928-4D03D7BABF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269"/>
          <a:stretch>
            <a:fillRect/>
          </a:stretch>
        </p:blipFill>
        <p:spPr bwMode="auto">
          <a:xfrm>
            <a:off x="79034" y="3662108"/>
            <a:ext cx="1120304" cy="1705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24754D-7C7D-1F85-C544-501EFBBC2B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450"/>
          <a:stretch>
            <a:fillRect/>
          </a:stretch>
        </p:blipFill>
        <p:spPr bwMode="auto">
          <a:xfrm>
            <a:off x="2610682" y="3662108"/>
            <a:ext cx="1197361" cy="194754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20CF2F-7B66-9F5C-5128-B0F494CB22C9}"/>
              </a:ext>
            </a:extLst>
          </p:cNvPr>
          <p:cNvSpPr txBox="1"/>
          <p:nvPr/>
        </p:nvSpPr>
        <p:spPr>
          <a:xfrm>
            <a:off x="6525086" y="2710640"/>
            <a:ext cx="35244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Ручные тесты:15</a:t>
            </a:r>
          </a:p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82F4513-C2B9-9E2A-F262-456417AE05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645" y="3662107"/>
            <a:ext cx="2590871" cy="294179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FCCE27F-2305-0C67-EA4B-0FA0E2B983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086" y="3662107"/>
            <a:ext cx="2555012" cy="294179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355AB1D-E04D-115D-67E1-4070C176B4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067" y="3662107"/>
            <a:ext cx="2971899" cy="26373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95B089-F1DB-F059-25CA-50C9545A191F}"/>
              </a:ext>
            </a:extLst>
          </p:cNvPr>
          <p:cNvSpPr txBox="1"/>
          <p:nvPr/>
        </p:nvSpPr>
        <p:spPr>
          <a:xfrm>
            <a:off x="4671327" y="3349619"/>
            <a:ext cx="979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Технолог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1C5DBB-8327-2093-70BD-069E3B25B69E}"/>
              </a:ext>
            </a:extLst>
          </p:cNvPr>
          <p:cNvSpPr txBox="1"/>
          <p:nvPr/>
        </p:nvSpPr>
        <p:spPr>
          <a:xfrm>
            <a:off x="7442640" y="3340741"/>
            <a:ext cx="11973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Лаборатория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6C6EB6-C941-E9D7-5EE1-4C2D34ED4815}"/>
              </a:ext>
            </a:extLst>
          </p:cNvPr>
          <p:cNvSpPr txBox="1"/>
          <p:nvPr/>
        </p:nvSpPr>
        <p:spPr>
          <a:xfrm>
            <a:off x="9942056" y="3324873"/>
            <a:ext cx="979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Аппаратчик</a:t>
            </a:r>
          </a:p>
        </p:txBody>
      </p:sp>
    </p:spTree>
    <p:extLst>
      <p:ext uri="{BB962C8B-B14F-4D97-AF65-F5344CB8AC3E}">
        <p14:creationId xmlns:p14="http://schemas.microsoft.com/office/powerpoint/2010/main" val="1409797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A42B68-69C6-60B1-AE63-5436C06EF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99042-23C0-E7C9-0A29-073EFF6EA0AE}"/>
              </a:ext>
            </a:extLst>
          </p:cNvPr>
          <p:cNvSpPr txBox="1"/>
          <p:nvPr/>
        </p:nvSpPr>
        <p:spPr>
          <a:xfrm>
            <a:off x="677334" y="1520924"/>
            <a:ext cx="8596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ходе учебной практике были выполнены все поставленные задачи такие как например: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2384F-D1F2-A613-5F32-CAD5AC4D7B3F}"/>
              </a:ext>
            </a:extLst>
          </p:cNvPr>
          <p:cNvSpPr txBox="1"/>
          <p:nvPr/>
        </p:nvSpPr>
        <p:spPr>
          <a:xfrm>
            <a:off x="677334" y="2397948"/>
            <a:ext cx="88865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Разработка </a:t>
            </a:r>
            <a:r>
              <a:rPr lang="en-US" sz="3200" dirty="0"/>
              <a:t>API-</a:t>
            </a:r>
            <a:r>
              <a:rPr lang="ru-RU" sz="3200" dirty="0"/>
              <a:t>сервера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Разработка модуля технолога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Разработка модуля лаборатория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Разработка модуля аппаратчика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31558-014A-0B9B-AAD0-9AFFB7ACFC47}"/>
              </a:ext>
            </a:extLst>
          </p:cNvPr>
          <p:cNvSpPr txBox="1"/>
          <p:nvPr/>
        </p:nvSpPr>
        <p:spPr>
          <a:xfrm>
            <a:off x="677334" y="4558267"/>
            <a:ext cx="9827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Вся проделанная работа выложена на </a:t>
            </a:r>
            <a:r>
              <a:rPr lang="en-US" dirty="0"/>
              <a:t>Git </a:t>
            </a:r>
            <a:r>
              <a:rPr lang="en-US" dirty="0" err="1"/>
              <a:t>hub:https</a:t>
            </a:r>
            <a:r>
              <a:rPr lang="en-US" dirty="0"/>
              <a:t>://github.com/vova63428/PraktikaPM02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2724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B4E919-A6D0-2E24-B131-5FED5FB24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016" y="2482788"/>
            <a:ext cx="8596668" cy="1320800"/>
          </a:xfrm>
        </p:spPr>
        <p:txBody>
          <a:bodyPr>
            <a:normAutofit/>
          </a:bodyPr>
          <a:lstStyle/>
          <a:p>
            <a:r>
              <a:rPr lang="ru-RU" sz="60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99489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167</TotalTime>
  <Words>215</Words>
  <Application>Microsoft Office PowerPoint</Application>
  <PresentationFormat>Широкоэкранный</PresentationFormat>
  <Paragraphs>41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Аспект</vt:lpstr>
      <vt:lpstr>Отчёт по практике:  ПМ.02. Осуществление интеграции программных модулей </vt:lpstr>
      <vt:lpstr>Цели и задачи</vt:lpstr>
      <vt:lpstr>Анализ предметной области</vt:lpstr>
      <vt:lpstr>Работа в системе контроля версий</vt:lpstr>
      <vt:lpstr>База данных</vt:lpstr>
      <vt:lpstr>API</vt:lpstr>
      <vt:lpstr>Модуль технолог</vt:lpstr>
      <vt:lpstr>Модуль лаборатории</vt:lpstr>
      <vt:lpstr>Модуль аппаратчик </vt:lpstr>
      <vt:lpstr>Разработка тестовых наборов и тестовых сценариев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Kab19-06</dc:creator>
  <cp:lastModifiedBy>Kab19-06</cp:lastModifiedBy>
  <cp:revision>4</cp:revision>
  <dcterms:created xsi:type="dcterms:W3CDTF">2026-05-18T14:18:01Z</dcterms:created>
  <dcterms:modified xsi:type="dcterms:W3CDTF">2026-05-19T06:48:47Z</dcterms:modified>
</cp:coreProperties>
</file>